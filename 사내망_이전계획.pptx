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09. 향후 계획 — 대시보드 사내망 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맑은 고딕"/>
              </a:rPr>
              <a:t>Dashboard Migration: GitHub Pages → Internal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0352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03520" cy="384048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247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현재 구조 (AS-IS)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GitHub Actions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테스트 실행 (PC + MW)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publishResults() → gh-pages에 직접 기록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updateProgress() → gh-pages에 직접 기록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git push → main 브랜치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peaceiris/actions-gh-pages@v3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→ public/ 폴더를 gh-pages 브랜치로 배포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대시보드 (index.html)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https://daewon82.github.io/hanssem-qa-system/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progress.json URL: gh-pages 하드코딩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GitHub API 폴링 (워크플로우 상태 확인)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PAT 토큰: index.html에 내장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35"/>
                </a:solidFill>
                <a:latin typeface="맑은 고딕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B35"/>
                </a:solidFill>
                <a:latin typeface="맑은 고딕"/>
              </a:rPr>
              <a:t>이전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097280"/>
            <a:ext cx="53949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00B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097280"/>
            <a:ext cx="5394960" cy="384048"/>
          </a:xfrm>
          <a:prstGeom prst="rect">
            <a:avLst/>
          </a:prstGeom>
          <a:solidFill>
            <a:srgbClr val="00B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1247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이전 구조 (TO-BE)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554480"/>
            <a:ext cx="5166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GitHub Actions  ← 변경 없음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테스트 실행 (PC + MW)  ← 변경 없음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publishResults()  ← 내부 서버 URL로 수정 필요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updateProgress()  ← 내부 서버 URL로 수정 필요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git push → main 브랜치  ← 변경 없음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배포 방식 변경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기존: peaceiris/actions-gh-pages@v3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     변경: scp / rsync → 내부 웹 서버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/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대시보드 (index.html)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https://내부망주소/qa-system/  ← URL 변경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progress.json URL  ← 내부 서버 URL로 수정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GitHub API 폴링  ← 내부망→GitHub 가능 여부 확인</a:t>
            </a:r>
          </a:p>
          <a:p>
            <a:pPr algn="l"/>
            <a:r>
              <a:rPr sz="1000" b="0">
                <a:solidFill>
                  <a:srgbClr val="2C2C2C"/>
                </a:solidFill>
                <a:latin typeface="맑은 고딕"/>
              </a:rPr>
              <a:t>  └─ PAT 토큰  ← 내부망→GitHub 접근 필요 여부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623560"/>
            <a:ext cx="1164031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623560"/>
            <a:ext cx="11640312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6509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변경 범위 요약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35040"/>
            <a:ext cx="3749039" cy="594360"/>
          </a:xfrm>
          <a:prstGeom prst="rect">
            <a:avLst/>
          </a:prstGeom>
          <a:solidFill>
            <a:srgbClr val="E8F8EF"/>
          </a:solidFill>
          <a:ln w="5080">
            <a:solidFill>
              <a:srgbClr val="00B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053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35A"/>
                </a:solidFill>
                <a:latin typeface="맑은 고딕"/>
              </a:rPr>
              <a:t>변경 없음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629107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맑은 고딕"/>
              </a:rPr>
              <a:t>테스트 코드 전체 / GitHub Actions 워크플로우 / 결과 JSON 구조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6035040"/>
            <a:ext cx="3749039" cy="594360"/>
          </a:xfrm>
          <a:prstGeom prst="rect">
            <a:avLst/>
          </a:prstGeom>
          <a:solidFill>
            <a:srgbClr val="FFF8E1"/>
          </a:solidFill>
          <a:ln w="508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6053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107"/>
                </a:solidFill>
                <a:latin typeface="맑은 고딕"/>
              </a:rPr>
              <a:t>수정 필요 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29107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맑은 고딕"/>
              </a:rPr>
              <a:t>utils.ts — publishResults·updateProgress의 gh-pages URL
index.html — progress.json URL, GitHub API 폴링 URL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6035040"/>
            <a:ext cx="3749039" cy="594360"/>
          </a:xfrm>
          <a:prstGeom prst="rect">
            <a:avLst/>
          </a:prstGeom>
          <a:solidFill>
            <a:srgbClr val="FDEDEC"/>
          </a:solidFill>
          <a:ln w="50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6053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53935"/>
                </a:solidFill>
                <a:latin typeface="맑은 고딕"/>
              </a:rPr>
              <a:t>변경 필요 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629107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맑은 고딕"/>
              </a:rPr>
              <a:t>배포 방식 — actions-gh-pages → 내부 서버 전송(scp/rsync)
내부망→GitHub API 접근 가능 여부에 따라 PAT 정책 재검토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