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HANSSEM 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retendard"/>
              </a:rPr>
              <a:t>서비스 품질 관리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0E5F0"/>
                </a:solidFill>
                <a:latin typeface="Pretendard"/>
              </a:rPr>
              <a:t>전체 구조 · 테스트 기능 · 고도화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2026-04-23 · v1.0 · JARVIS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01 ·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한샘몰 운영환경 자동 QA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4F9C"/>
                </a:solidFill>
                <a:latin typeface="Pretendard"/>
              </a:rPr>
              <a:t>🎯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B5568"/>
                </a:solidFill>
                <a:latin typeface="Pretendard"/>
              </a:rPr>
              <a:t>▸ 한샘몰(store / m.store / mall) 전 구간 가용성·기능 회귀 감지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B5568"/>
                </a:solidFill>
                <a:latin typeface="Pretendard"/>
              </a:rPr>
              <a:t>▸ 매일 자동 실행으로 서비스 품질 변화 추적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B5568"/>
                </a:solidFill>
                <a:latin typeface="Pretendard"/>
              </a:rPr>
              <a:t>▸ 실패 원인의 AI 기반 자동 분석으로 개발팀 대응 시간 단축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4F9C"/>
                </a:solidFill>
                <a:latin typeface="Pretendard"/>
              </a:rPr>
              <a:t>🛠 핵심 스택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21945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2194560" cy="7315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3891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E2D"/>
                </a:solidFill>
                <a:latin typeface="Pretendard"/>
              </a:rPr>
              <a:t>Playwright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463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8"/>
                </a:solidFill>
                <a:latin typeface="Pretendard"/>
              </a:rPr>
              <a:t>+ TypeScript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206240"/>
            <a:ext cx="21945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4206240"/>
            <a:ext cx="2194560" cy="73152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43891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E2D"/>
                </a:solidFill>
                <a:latin typeface="Pretendard"/>
              </a:rPr>
              <a:t>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8463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8"/>
                </a:solidFill>
                <a:latin typeface="Pretendard"/>
              </a:rPr>
              <a:t>Ubuntu 러너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4206240"/>
            <a:ext cx="21945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206240"/>
            <a:ext cx="2194560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43891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E2D"/>
                </a:solidFill>
                <a:latin typeface="Pretendard"/>
              </a:rPr>
              <a:t>GitHub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8463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8"/>
                </a:solidFill>
                <a:latin typeface="Pretendard"/>
              </a:rPr>
              <a:t>정적 대시보드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206240"/>
            <a:ext cx="21945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4206240"/>
            <a:ext cx="2194560" cy="7315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43891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E2D"/>
                </a:solidFill>
                <a:latin typeface="Pretendard"/>
              </a:rPr>
              <a:t>Jandi Webhook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8463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8"/>
                </a:solidFill>
                <a:latin typeface="Pretendard"/>
              </a:rPr>
              <a:t>팀 알림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4206240"/>
            <a:ext cx="21945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4206240"/>
            <a:ext cx="2194560" cy="73152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43891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E2D"/>
                </a:solidFill>
                <a:latin typeface="Pretendard"/>
              </a:rPr>
              <a:t>Claude Sonnet 4.6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8463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8"/>
                </a:solidFill>
                <a:latin typeface="Pretendard"/>
              </a:rPr>
              <a:t>AI 실패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📍 대시보드: daewon82.github.io/hanssem-qa-system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02 ·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매일 7시 자동 실행 → 5단계 테스트 → 대시보드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103120" cy="91440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Daily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E0E5F0"/>
                </a:solidFill>
                <a:latin typeface="Pretendard"/>
              </a:rPr>
              <a:t>매일 KST 07:00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0E5F0"/>
                </a:solidFill>
                <a:latin typeface="Pretendard"/>
              </a:rPr>
              <a:t>(cron: 22 UTC)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03120"/>
            <a:ext cx="457200" cy="457200"/>
          </a:xfrm>
          <a:prstGeom prst="rightArrow">
            <a:avLst/>
          </a:prstGeom>
          <a:solidFill>
            <a:srgbClr val="4B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645920"/>
            <a:ext cx="53035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A4F9C"/>
                </a:solidFill>
                <a:latin typeface="Pretendard"/>
              </a:rPr>
              <a:t>GitHub Actions (playwright.yml)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148840"/>
            <a:ext cx="493776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2221992"/>
            <a:ext cx="329184" cy="329184"/>
          </a:xfrm>
          <a:prstGeom prst="ellipse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2219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18541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Crawling (PC → MW)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38658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100 URL ×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697480"/>
            <a:ext cx="493776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74720" y="2770632"/>
            <a:ext cx="329184" cy="329184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7706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7340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Random (PC → MW)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93522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200 URL × 2 · 누적 이력 기반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246120"/>
            <a:ext cx="493776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74720" y="3319272"/>
            <a:ext cx="329184" cy="329184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3192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28269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AutoE2E Public 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48386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Desktop Chrome · 52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794760"/>
            <a:ext cx="493776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74720" y="3867912"/>
            <a:ext cx="329184" cy="329184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38679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83133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AutoE2E Authed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03250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Desktop + 로그인 · 31 tests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343400"/>
            <a:ext cx="4937760" cy="47548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74720" y="4416552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41655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37997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AutoE2E Public Mobile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458114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Pixel 5 · 52 tests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595360" y="2103120"/>
            <a:ext cx="457200" cy="457200"/>
          </a:xfrm>
          <a:prstGeom prst="rightArrow">
            <a:avLst/>
          </a:prstGeom>
          <a:solidFill>
            <a:srgbClr val="4B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16459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1737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A4F9C"/>
                </a:solidFill>
                <a:latin typeface="Pretendard"/>
              </a:rPr>
              <a:t>산출물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E2D"/>
                </a:solidFill>
                <a:latin typeface="Pretendard"/>
              </a:rP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194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대시보드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24505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gh-pages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907791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E2D"/>
                </a:solidFill>
                <a:latin typeface="Pretendard"/>
              </a:rPr>
              <a:t>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290779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AI 실패 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316382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Claude 자동 생성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36210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E2D"/>
                </a:solidFill>
                <a:latin typeface="Pretendard"/>
              </a:rPr>
              <a:t>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3621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커버리지 통계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38770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누적 URL·통과율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3342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E2D"/>
                </a:solidFill>
                <a:latin typeface="Pretendard"/>
              </a:rPr>
              <a:t>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3342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통합 잔디 알림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4590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1회 전송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03 · Playwright 프로젝트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5개 프로젝트 순차 실행 (workers: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377440" cy="45720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828800"/>
            <a:ext cx="2560320" cy="45720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828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대상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828800"/>
            <a:ext cx="4114800" cy="45720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8288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실행 환경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1828800"/>
            <a:ext cx="1280160" cy="45720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18288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재시도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286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Crawling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28600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PC+MW 크롤링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2860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2860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Desktop Chrome · 동적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286000"/>
            <a:ext cx="1280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2860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834640"/>
            <a:ext cx="2377440" cy="54864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8346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Random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2834640"/>
            <a:ext cx="2560320" cy="54864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2834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PC+MW 랜덤 샘플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834640"/>
            <a:ext cx="4114800" cy="54864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8346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Desktop Chrome · 동적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834640"/>
            <a:ext cx="1280160" cy="54864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8346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38328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3832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AutoE2E_Public_PC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38328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3383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비로그인 기능 (PC)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3832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3832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Desktop Chrome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3383280"/>
            <a:ext cx="1280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1240" y="33832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31920"/>
            <a:ext cx="2377440" cy="54864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39319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AutoE2E_Authed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3931920"/>
            <a:ext cx="2560320" cy="54864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39319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로그인 필요 (PC)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3931920"/>
            <a:ext cx="4114800" cy="54864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6440" y="39319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Desktop Chrome + storageState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3931920"/>
            <a:ext cx="1280160" cy="54864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39319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48056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4480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AutoE2E_Public_Mobile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448056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44805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비로그인 기능 (MW)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448056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44805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Pixel 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4480560"/>
            <a:ext cx="1280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448056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Pretendard"/>
              </a:rPr>
              <a:t>⚙ workers: 1 고정 (한샘몰 rate-limit 회피 · 순차 실행)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Pretendard"/>
              </a:rPr>
              <a:t>📦 globalSetup: 1회 로그인 → .auth/user.json 저장 → AutoE2E_Authed 재사용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04 · Crawling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한샘몰 전체 사이트의 HTTP 가용성 전수 점검 (회귀 감지)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🔎 동작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① 홈(store / m.store)에서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② &lt;a href&gt; 전체 수집 (최대 1500개 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③ 필터: 도메인, 확장자, 경로, 키워드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④ 수집 순서대로 순회 (결정적)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⑤ HTTP 200 + Body 404 체크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⑥ 500개 URL 완료 시 종료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4F9C"/>
                </a:solidFill>
                <a:latin typeface="Pretendard"/>
              </a:rPr>
              <a:t>📏 판정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E2D"/>
                </a:solidFill>
                <a:latin typeface="Pretendard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945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Pretendard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194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HTTP 200 + Body 정상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E2D"/>
                </a:solidFill>
                <a:latin typeface="Pretendard"/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6060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Pretendard"/>
              </a:rPr>
              <a:t>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06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Timeout / 4xx,5xx / Body 404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E2D"/>
                </a:solidFill>
                <a:latin typeface="Pretendard"/>
              </a:rP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0175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65100"/>
                </a:solidFill>
                <a:latin typeface="Pretendard"/>
              </a:rPr>
              <a:t>재시도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0175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5xx: 10초 × 2회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4F9C"/>
                </a:solidFill>
                <a:latin typeface="Pretendard"/>
              </a:rPr>
              <a:t>📁 산출물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89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E2D"/>
                </a:solidFill>
                <a:latin typeface="Pretendard"/>
              </a:rPr>
              <a:t>• public/pc_500.json · mw_500.json (전체 결과)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7316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E2D"/>
                </a:solidFill>
                <a:latin typeface="Pretendard"/>
              </a:rPr>
              <a:t>• public/pc_url_pool.json (Random 테스트용 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5721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E2D"/>
                </a:solidFill>
                <a:latin typeface="Pretendard"/>
              </a:rPr>
              <a:t>• public/pc_tested_urls.json (누적 이력)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6692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retendard"/>
              </a:rPr>
              <a:t>💡 매일 같은 URL을 체크 → 회귀 감지에 강함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05 · Random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크롤링이 못 다루는 URL의 잠재적 이슈 발견 (Discovery)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🎲 동작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① pc_url_pool.json 읽기 (크롤링이 수집한 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② 누적 이력(tested_urls.json) 자동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③ Fisher-Yates 셔플 → 200개 랜덤 샘플링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④ 각 URL에 HTTP 200 + Body 404 체크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⑤ 테스트 후 누적 이력에 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E2D"/>
                </a:solidFill>
                <a:latin typeface="Pretendard"/>
              </a:rPr>
              <a:t>⑥ 남은 URL &lt; 100개 → 이력 초기화 (사이클 리셋)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Pretendard"/>
              </a:rPr>
              <a:t>📊 커버리지 확장 방식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914400" cy="6400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Day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331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Crawling 100 + Random 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606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누적 300 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63240"/>
            <a:ext cx="914400" cy="6400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Day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108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기존 300 제외 + 새 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383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누적 500 URL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914400" cy="64008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Day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886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기존 500 제외 + 새 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160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누적 700 URL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617720"/>
            <a:ext cx="914400" cy="64008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617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</a:rPr>
              <a:t>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663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E2D"/>
                </a:solidFill>
                <a:latin typeface="Pretendard"/>
              </a:rPr>
              <a:t>남은 풀 &lt; 100 → 사이클 리셋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9377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새 주기 시작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06 · AutoE2E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실제 사용자 시나리오 기반 기능 회귀 검증 (140+ TC)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194560" cy="4114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9751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파일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45920"/>
            <a:ext cx="822960" cy="4114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1645920"/>
            <a:ext cx="603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테스트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1371600" cy="4114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1645920"/>
            <a:ext cx="11521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우선순위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45920"/>
            <a:ext cx="6583680" cy="4114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645920"/>
            <a:ext cx="63642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주요 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5740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057400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auth.spec.ts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05740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2057400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05740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4760" y="2130552"/>
            <a:ext cx="914400" cy="24688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130552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critical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057400"/>
            <a:ext cx="6583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2057400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로그인·로그아웃·실패·회원가입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441448"/>
            <a:ext cx="21945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441448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cart.spec.ts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441448"/>
            <a:ext cx="8229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2441448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441448"/>
            <a:ext cx="137160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2514600"/>
            <a:ext cx="914400" cy="24688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251460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critical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441448"/>
            <a:ext cx="65836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7488" y="2441448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장바구니 진입·결제예정금액·카운트 증가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82549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825496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product.spec.ts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282549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2928" y="2825496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28254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94760" y="2898648"/>
            <a:ext cx="914400" cy="24688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289864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critical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825496"/>
            <a:ext cx="6583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47488" y="2825496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상품명·가격·구매·옵션 레이어·쿠폰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209544"/>
            <a:ext cx="21945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3209544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mypage.spec.ts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3209544"/>
            <a:ext cx="8229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52928" y="3209544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3209544"/>
            <a:ext cx="137160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94760" y="3282696"/>
            <a:ext cx="914400" cy="24688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4760" y="3282696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3209544"/>
            <a:ext cx="65836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8" y="3209544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주문/배송·상담·문의·회원정보·배송지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593591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3593591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search.spec.ts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3593591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52928" y="3593591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60" y="3593591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94760" y="3666743"/>
            <a:ext cx="914400" cy="24688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94760" y="3666743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3593591"/>
            <a:ext cx="6583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47488" y="3593591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키워드·정렬/필터·영문·0건·탭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3977639"/>
            <a:ext cx="21945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3977639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navigation.spec.ts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977639"/>
            <a:ext cx="8229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52928" y="3977639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6160" y="3977639"/>
            <a:ext cx="137160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794760" y="4050791"/>
            <a:ext cx="914400" cy="24688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94760" y="4050791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high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37760" y="3977639"/>
            <a:ext cx="65836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47488" y="3977639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GNB 9개 카테고리 + 메인 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36168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" y="4361688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category.spec.ts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436168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52928" y="4361688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13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436168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794760" y="4434840"/>
            <a:ext cx="914400" cy="246888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4760" y="443484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medium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60" y="4361688"/>
            <a:ext cx="6583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47488" y="4361688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9개 카테고리 + 필터 칩 + 섹션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4745736"/>
            <a:ext cx="21945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4745736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furnishing.spec.ts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0" y="4745736"/>
            <a:ext cx="8229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52928" y="4745736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66160" y="4745736"/>
            <a:ext cx="137160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94760" y="4818888"/>
            <a:ext cx="914400" cy="246888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94760" y="4818888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medium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37760" y="4745736"/>
            <a:ext cx="65836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47488" y="4745736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특가·베스트·신상·1분 홈투어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5129783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8368" y="5129783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interior.spec.ts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0" y="5129783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52928" y="5129783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12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66160" y="5129783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794760" y="5202935"/>
            <a:ext cx="914400" cy="246888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94760" y="5202935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medium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37760" y="5129783"/>
            <a:ext cx="6583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47488" y="5129783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공간 필터·시공사례·후기·상담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5513831"/>
            <a:ext cx="21945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8368" y="5513831"/>
            <a:ext cx="1975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E2D"/>
                </a:solidFill>
                <a:latin typeface="Pretendard"/>
              </a:rPr>
              <a:t>store.spec.ts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0" y="5513831"/>
            <a:ext cx="82296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52928" y="5513831"/>
            <a:ext cx="6035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66160" y="5513831"/>
            <a:ext cx="137160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794760" y="5586983"/>
            <a:ext cx="914400" cy="246888"/>
          </a:xfrm>
          <a:prstGeom prst="rect">
            <a:avLst/>
          </a:prstGeom>
          <a:solidFill>
            <a:srgbClr val="4B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94760" y="5586983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low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37760" y="5513831"/>
            <a:ext cx="6583680" cy="384048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47488" y="5513831"/>
            <a:ext cx="63642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매장찾기 페이지 진입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1520" y="603504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📊  합계:  PC E2E 약 83건 (Public_PC + Authed)   ·   MW E2E 약 52건 (isMobile skip 20~30)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07 · POM · 자동화 제외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Page Object Model + 파괴적 시나리오 식별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🏗 Page Object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셀렉터 우선순위: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4F9C"/>
                </a:solidFill>
                <a:latin typeface="Pretendard"/>
              </a:rPr>
              <a:t>data-testid &gt; aria-label &gt; role+name &gt; id &gt; text &gt; 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5120640" cy="5943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695C"/>
                </a:solidFill>
                <a:latin typeface="Pretendard"/>
              </a:rPr>
              <a:t>BasePage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STORE_BASE · MALL_BASE · isMobile · smartLocator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5120640" cy="5943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695C"/>
                </a:solidFill>
                <a:latin typeface="Pretendard"/>
              </a:rPr>
              <a:t>NavigationPage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GNB 링크 · 검색창 · 로그인/장바구니 엔트리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5120640" cy="5943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695C"/>
                </a:solidFill>
                <a:latin typeface="Pretendard"/>
              </a:rPr>
              <a:t>CategoryPage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646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CATEGORIES 상수 · 필터 칩 · firstGoodsLink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57800"/>
            <a:ext cx="5120640" cy="5943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695C"/>
                </a:solidFill>
                <a:latin typeface="Pretendard"/>
              </a:rPr>
              <a:t>CartPage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504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장바구니 URL · getCount() · isEmpty()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645920"/>
            <a:ext cx="548640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🚫 자동화 불가 · 제외 영역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E2D"/>
                </a:solidFill>
                <a:latin typeface="Pretendard"/>
              </a:rPr>
              <a:t>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3317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실결제 7종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67004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카드·네이버·카카오·토스·페이코·퀵·휴대폰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E2D"/>
                </a:solidFill>
                <a:latin typeface="Pretendard"/>
              </a:rPr>
              <a:t>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108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회원가입 / 탈퇴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4728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파괴적 작업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E2D"/>
                </a:solidFill>
                <a:latin typeface="Pretendard"/>
              </a:rPr>
              <a:t>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886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OAuth 간편가입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22452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외부 IdP (카카오·네이버·애플)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09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E2D"/>
                </a:solidFill>
                <a:latin typeface="Pretendard"/>
              </a:rPr>
              <a:t>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663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주문 취소 / 반품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0017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실주문 전제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86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E2D"/>
                </a:solidFill>
                <a:latin typeface="Pretendard"/>
              </a:rPr>
              <a:t>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4406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ID / PW 찾기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7790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8"/>
                </a:solidFill>
                <a:latin typeface="Pretendard"/>
              </a:rPr>
              <a:t>이메일·SMS 인증 필요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08 · 보조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AI 실패 분석 · 커버리지 · 통합 알림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Claude AI 실패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실패 케이스 Claude Sonnet 4.6 전송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JSON 응답 파싱: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   summary (한 줄 요약)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   rootCauses (원인 목록)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   suggestedFixes (수정 제안)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   priority (critical/high/medium/low)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detail.html 'AI 분석' 박스에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ANTHROPIC_API_KEY 없으면 skip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645920"/>
            <a:ext cx="3657600" cy="5486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691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커버리지 통계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377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누적 고유 URL 수 (PC+MW)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오늘 테스트한 URL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오늘 통과율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375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완주 사이클 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57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실시간 대시보드 상단 바 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776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pc_tested_urls.json 기반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976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매 테스트 후 자동 갱신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17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coverage.ts에서 집계 로직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645920"/>
            <a:ext cx="3657600" cy="54864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1691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통합 잔디 알림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377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모든 테스트 종료 후 1회만 전송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697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6개 리포트별 통과율 요약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017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전체 총계 + 통과율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3375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실패 URL 상위 10건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657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대시보드 링크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9776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실패 0 → 초록 · 있으면 빨강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2976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scripts/send-jandi-summary.js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17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B5568"/>
                </a:solidFill>
                <a:latin typeface="Pretendard"/>
              </a:rPr>
              <a:t>▸ Actions if: always() → 실패 시에도 전송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09 · 대시보드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index.html · detail.html · incidents.html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retendard"/>
              </a:rPr>
              <a:t>📊 커버리지 통계 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누적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E2D"/>
                </a:solidFill>
                <a:latin typeface="Pretendard"/>
              </a:rPr>
              <a:t>1,819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40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PC / 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31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B5568"/>
                </a:solidFill>
                <a:latin typeface="Pretendard"/>
              </a:rPr>
              <a:t>914 / 905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240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오늘 테스트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331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B5568"/>
                </a:solidFill>
                <a:latin typeface="Pretendard"/>
              </a:rPr>
              <a:t>600건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39" y="2240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통과율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39" y="2331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Pretendard"/>
              </a:rPr>
              <a:t>99.5%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40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사이클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31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B5568"/>
                </a:solidFill>
                <a:latin typeface="Pretendard"/>
              </a:rPr>
              <a:t>0 /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3566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017520"/>
            <a:ext cx="640080" cy="64008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35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37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"/>
              </a:rPr>
              <a:t>CRAWL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017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PC 500 Crawling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37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최근 실행: 오늘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2E7D32"/>
                </a:solidFill>
                <a:latin typeface="Pretendard"/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2834640"/>
            <a:ext cx="3566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017520"/>
            <a:ext cx="640080" cy="6400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035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337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"/>
              </a:rPr>
              <a:t>RANDOM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017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PC 200 Random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337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최근 실행: 오늘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749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2E7D32"/>
                </a:solidFill>
                <a:latin typeface="Pretendard"/>
              </a:rPr>
              <a:t>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834640"/>
            <a:ext cx="3566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1000" y="3017520"/>
            <a:ext cx="640080" cy="6400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3035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PC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337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"/>
              </a:rPr>
              <a:t>E2E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017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PC E2E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337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최근 실행: 오늘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749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E65100"/>
                </a:solidFill>
                <a:latin typeface="Pretendard"/>
              </a:rPr>
              <a:t>93.8%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526280"/>
            <a:ext cx="3566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" y="4709160"/>
            <a:ext cx="640080" cy="64008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7274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029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"/>
              </a:rPr>
              <a:t>CRAWL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709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MW 500 Crawling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029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최근 실행: 오늘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440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2E7D32"/>
                </a:solidFill>
                <a:latin typeface="Pretendard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4526280"/>
            <a:ext cx="3566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97680" y="4709160"/>
            <a:ext cx="640080" cy="640080"/>
          </a:xfrm>
          <a:prstGeom prst="rect">
            <a:avLst/>
          </a:prstGeom>
          <a:solidFill>
            <a:srgbClr val="AD1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0" y="47274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0" y="5029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"/>
              </a:rPr>
              <a:t>RANDOM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709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MW 200 Random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5029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최근 실행: 오늘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5440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2E7D32"/>
                </a:solidFill>
                <a:latin typeface="Pretendard"/>
              </a:rP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4526280"/>
            <a:ext cx="35661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01000" y="4709160"/>
            <a:ext cx="64008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47274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5029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Pretendard"/>
              </a:rPr>
              <a:t>E2E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4709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E2D"/>
                </a:solidFill>
                <a:latin typeface="Pretendard"/>
              </a:rPr>
              <a:t>MW E2E 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5029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최근 실행: 오늘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5440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2E7D32"/>
                </a:solidFill>
                <a:latin typeface="Pretendard"/>
              </a:rPr>
              <a:t>95.0%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10 · 향후 개선 (단기) · 1~2주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즉시 착수 가능 · 운영 안정화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09728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A1E2D"/>
                </a:solidFill>
                <a:latin typeface="Pretendard"/>
              </a:rPr>
              <a:t>🔴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984248"/>
            <a:ext cx="731520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84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8308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E2D"/>
                </a:solidFill>
                <a:latin typeface="Pretendard"/>
              </a:rPr>
              <a:t>MAX_LINKS 원복 (100 → 500)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실행 시간 분석 후 단계적 확장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39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06039"/>
            <a:ext cx="109728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06039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A1E2D"/>
                </a:solidFill>
                <a:latin typeface="Pretendard"/>
              </a:rPr>
              <a:t>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852927"/>
            <a:ext cx="731520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5292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651759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E2D"/>
                </a:solidFill>
                <a:latin typeface="Pretendard"/>
              </a:rPr>
              <a:t>실패 케이스 TC 보강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017519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검색 결과·필터·상품 상세 선택기 안정화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109728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A1E2D"/>
                </a:solidFill>
                <a:latin typeface="Pretendard"/>
              </a:rPr>
              <a:t>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3721608"/>
            <a:ext cx="731520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721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52044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E2D"/>
                </a:solidFill>
                <a:latin typeface="Pretendard"/>
              </a:rPr>
              <a:t>잔디 알림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88620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다음 07:00 자동 실행 후 통합 알림 포맷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43400"/>
            <a:ext cx="109728" cy="77724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34340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A1E2D"/>
                </a:solidFill>
                <a:latin typeface="Pretendard"/>
              </a:rPr>
              <a:t>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590288"/>
            <a:ext cx="731520" cy="2743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5902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38912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E2D"/>
                </a:solidFill>
                <a:latin typeface="Pretendard"/>
              </a:rPr>
              <a:t>CLAUDE.md 업데이트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75488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autoe2e 폴더 · AI 분석 · 커버리지 반영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12079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212079"/>
            <a:ext cx="109728" cy="77724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12079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1A1E2D"/>
                </a:solidFill>
                <a:latin typeface="Pretendard"/>
              </a:rPr>
              <a:t>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5458967"/>
            <a:ext cx="731520" cy="2743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545896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257799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E2D"/>
                </a:solidFill>
                <a:latin typeface="Pretendard"/>
              </a:rPr>
              <a:t>로컬 개발 가이드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623559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npm test · --grep · 디버깅 팁 문서화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11 · 향후 개선 (중기) · 1~2개월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관찰성 강화 + 테스트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00" cy="5486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📊 관찰성 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✓ 주간·월간 추이 그래프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072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results.json 히스토리 시계열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✓ Slack/Teams 알림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팀별 선호 채널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✓ 실패 URL 반복 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274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동일 URL 연속 실패 시 에스컬레이션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✓ Grafana 연동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875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JSON → DB 이관 검토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548640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🧪 테스트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✓ Visual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072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Playwright 내장 스크린샷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✓ Core Web Vitals 측정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LCP · FID · CLS 자동 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✓ 접근성 테스트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7274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@axe-core/playwright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E2D"/>
                </a:solidFill>
                <a:latin typeface="Pretendard"/>
              </a:rPr>
              <a:t>✓ API 레벨 스모크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6875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페이지 로딩 없이 엔드포인트 직접 호출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E2D"/>
                </a:solidFill>
                <a:latin typeface="Pretendard"/>
              </a:rPr>
              <a:t>12 · 향후 개선 (장기) · 3~6개월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Pretendard"/>
              </a:rPr>
              <a:t>AI 기반 자동화 + 인프라 고도화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669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669280" cy="54864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AI 기반 자동화 고도화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68880"/>
            <a:ext cx="5394960" cy="10972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695C"/>
                </a:solidFill>
                <a:latin typeface="Pretendard"/>
              </a:rPr>
              <a:t>▸ 셀렉터 자동 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실패 시 Claude에게 스크린샷+HTML 전달 → 새 셀렉터 제안 → PR 자동 생성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703320"/>
            <a:ext cx="5394960" cy="10972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695C"/>
                </a:solidFill>
                <a:latin typeface="Pretendard"/>
              </a:rPr>
              <a:t>▸ 테스트 자동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AutoE2E 파이프라인 재활용 → 새 페이지 감지 시 시나리오 자동 작성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937760"/>
            <a:ext cx="5394960" cy="10972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695C"/>
                </a:solidFill>
                <a:latin typeface="Pretendard"/>
              </a:rPr>
              <a:t>▸ 장애 예측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과거 실패 패턴 학습 → 위험도 높은 URL 사전 경고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37360"/>
            <a:ext cx="5669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737360"/>
            <a:ext cx="5669280" cy="54864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Pretendard"/>
              </a:rPr>
              <a:t>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7373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인프라 고도화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68880"/>
            <a:ext cx="5394960" cy="10972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5603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Pretendard"/>
              </a:rPr>
              <a:t>▸ Self-hosted Runner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2608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내부망 접근 가능 → Stage 환경 테스트 재개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703320"/>
            <a:ext cx="5394960" cy="10972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794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Pretendard"/>
              </a:rPr>
              <a:t>▸ Parallel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6052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workers: 1 제약 완화 + 요청 간 지연 → 실행 시간 50% 단축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937760"/>
            <a:ext cx="5394960" cy="10972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5029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5100"/>
                </a:solidFill>
                <a:latin typeface="Pretendard"/>
              </a:rPr>
              <a:t>▸ 결과 DB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39496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8"/>
                </a:solidFill>
                <a:latin typeface="Pretendard"/>
              </a:rPr>
              <a:t>JSON → PostgreSQL/SQLite → Grafana 대시보드 연동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Pretendard"/>
              </a:rPr>
              <a:t>한샘몰 QA 시스템 · 자비스 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Pretendard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Pretendard"/>
              </a:rPr>
              <a:t>한샘몰 서비스 품질 관리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0E5F0"/>
                </a:solidFill>
                <a:latin typeface="Pretendard"/>
              </a:rPr>
              <a:t>자동 테스트로 사용자 경험을 지킵니다.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0E5F0"/>
                </a:solidFill>
                <a:latin typeface="Pretendard"/>
              </a:rPr>
              <a:t>📍 daewon82.github.io/hanssem-qa-system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0E5F0"/>
                </a:solidFill>
                <a:latin typeface="Pretendard"/>
              </a:rPr>
              <a:t>📂 github.com/daewon82/hanssem-qa-system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0C8DB"/>
                </a:solidFill>
                <a:latin typeface="Pretendard"/>
              </a:rPr>
              <a:t>dwlee@hanssem.com · 2026-04-23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